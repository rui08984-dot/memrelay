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3d04ebbd2c94346" /><Relationship Type="http://schemas.openxmlformats.org/package/2006/relationships/metadata/core-properties" Target="/docProps/core.xml" Id="R462dc775cd294659" /><Relationship Type="http://schemas.openxmlformats.org/officeDocument/2006/relationships/extended-properties" Target="/docProps/app.xml" Id="R20ae93b3ab2f41cb" /><Relationship Type="http://schemas.openxmlformats.org/officeDocument/2006/relationships/custom-properties" Target="/docProps/custom.xml" Id="R15fc2158e099440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1c7c44fce88496f"/>
  </p:sldIdLst>
  <p:sldSz cx="14897100" cy="159639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1c7c44fce88496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abedf23a94d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da4bf790c40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ed4bc442c45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975c7e66241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f5a0c74cf401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a1465f0cb5741d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d0001df84438e" /><Relationship Type="http://schemas.openxmlformats.org/officeDocument/2006/relationships/image" Target="/ppt/media/image.png" Id="R903a15be620d45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neutral&#10;  layout: elk&#10;---&#10;flowchart TB&#10;    subgraph P[&quot;项目库 relay.sqlite —— 每个项目一份&quot;]&#10;        direction TB&#10;        P1[(&quot;sessions&lt;br/&gt;会话元数据&quot;)]&#10;        P2[(&quot;messages&lt;br/&gt;原文 + seq + 代数&quot;)]&#10;        P3[(&quot;FTS5&lt;br/&gt;触发器自动同步&quot;)]&#10;        P4[(&quot;decisions / topics&lt;br/&gt;files / unresolved&lt;br/&gt;抽取产物&quot;)]&#10;        P5[(&quot;quarantine&lt;br/&gt;导入隔离区&quot;)]&#10;        P1 --&gt; P2 --&gt; P3&#10;        P2 --&gt; P4&#10;    end&#10;&#10;    subgraph G[&quot;全局库 global.sqlite —— 跨项目&quot;]&#10;        direction TB&#10;        G1[(&quot;lessons&lt;br/&gt;经验库&quot;)]&#10;        G2[(&quot;lifecycle_state&lt;br/&gt;各阶段水位与熔断&quot;)]&#10;        G3[(&quot;health_events&lt;br/&gt;告警与体检记录&quot;)]&#10;        G4[(&quot;project_registry&lt;br/&gt;项目路径 → id&quot;)]&#10;    end&#10;&#10;    P -. &quot;旧会话沉降&lt;br/&gt;（harvest）&quot; .-&gt; G1&#10;    G1 -. &quot;注入到每次开场&quot; .-&gt; P&#10;&#10;    DEL[&quot;forget 只删项目库&lt;br/&gt;经验留在全局库&quot;]&#10;    DEL -.-&gt; P&#10;&#10;    classDef proj fill:#22543d,color:#c6f6d5,stroke:#2f855a&#10;    classDef glob fill:#553c9a,color:#e9d8fd,stroke:#805ad5&#10;    classDef del fill:#742a2a,color:#fed7d7,stroke:#c53030&#10;    class P1,P2,P3,P4,P5 proj&#10;    class G1,G2,G3,G4 glob&#10;    class DEL d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a15be620d450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4897100" cy="159639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2026-10-18T11:11:16Z</dcterms:created>
  <cp:lastModifiedBy>OfficeCLI</cp:lastModifiedBy>
  <dcterms:modified xsi:type="dcterms:W3CDTF">2026-10-18T11:11:16Z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2026-10-18T11:11:27Z</vt:lpwstr>
  </op:property>
</op:Properties>
</file>