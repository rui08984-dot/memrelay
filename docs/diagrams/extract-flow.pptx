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ea9803a83854801" /><Relationship Type="http://schemas.openxmlformats.org/package/2006/relationships/metadata/core-properties" Target="/docProps/core.xml" Id="R74669f859b804d58" /><Relationship Type="http://schemas.openxmlformats.org/officeDocument/2006/relationships/extended-properties" Target="/docProps/app.xml" Id="R7329458c66ae48fc" /><Relationship Type="http://schemas.openxmlformats.org/officeDocument/2006/relationships/custom-properties" Target="/docProps/custom.xml" Id="R36874fd22e2b48d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ced61032b2f4f57"/>
  </p:sldIdLst>
  <p:sldSz cx="18383250" cy="216789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ced61032b2f4f5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31c00c0f240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ed22c0c344e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c94021e764e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03ca9cedc4e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ad0bd304242d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d6d483964d44e8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5643799d743d9" /><Relationship Type="http://schemas.openxmlformats.org/officeDocument/2006/relationships/image" Target="/ppt/media/image.png" Id="R289bdd2d8ec14b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 descr="mermaid:---&#10;config:&#10;  theme: neutral&#10;  layout: elk&#10;---&#10;flowchart TD&#10;    subgraph TRIG[&quot;什么时候跑&quot;]&#10;        direction LR&#10;        T1[&quot;会话收尾&quot;]&#10;        T2[&quot;EXTRACT_VERSION 变了&lt;br/&gt;整库重算&quot;]&#10;        T3[&quot;手工 srelay extract&quot;]&#10;    end&#10;&#10;    subgraph SRC[&quot;读什么&quot;]&#10;        S1[(&quot;messages 原文&lt;br/&gt;只读，不改一个字&quot;)]&#10;    end&#10;&#10;    subgraph RULES[&quot;规则引擎 · 版本化&quot;]&#10;        direction TB&#10;        RU[&quot;正则 + 中文句式&lt;br/&gt;当前 v26&quot;]&#10;        RD[&quot;决策&lt;br/&gt;━━━━&lt;br/&gt;肯定：换掉了 / 就用这个&lt;br/&gt;否定：不要 / 撤掉&lt;br/&gt;待定：再想想&quot;]&#10;        RT[&quot;话题&lt;br/&gt;━━━━&lt;br/&gt;名词短语抽取&lt;br/&gt;去停用词&quot;]&#10;        RF[&quot;涉及文件&lt;br/&gt;━━━━&lt;br/&gt;路径模式 + 后缀白名单&quot;]&#10;        RN[&quot;未决问题&lt;br/&gt;━━━━&lt;br/&gt;问句且没有后续回答&quot;]&#10;        RU --&gt; RD&#10;        RU --&gt; RT&#10;        RU --&gt; RF&#10;        RU --&gt; RN&#10;    end&#10;&#10;    subgraph OUT[&quot;回写 · 派生列&quot;]&#10;        direction LR&#10;        O1[(&quot;decisions&quot;)]&#10;        O2[(&quot;topics&quot;)]&#10;        O3[(&quot;files&quot;)]&#10;        O4[(&quot;unresolved&quot;)]&#10;        O5[&quot;meta_text&lt;br/&gt;供检索用的合成串&quot;]&#10;    end&#10;&#10;    TRIG --&gt; SRC --&gt; RULES --&gt; OUT&#10;&#10;    classDef trig fill:#2c5282,color:#bee3f8,stroke:#3182ce&#10;    classDef src fill:#2d3748,color:#e2e8f0,stroke:#4a5568&#10;    classDef rule fill:#744210,color:#fefcbf,stroke:#b7791f&#10;    classDef out fill:#22543d,color:#c6f6d5,stroke:#2f855a&#10;    class T1,T2,T3 trig&#10;    class S1 src&#10;    class RU,RD,RT,RF,RN rule&#10;    class O1,O2,O3,O4,O5 o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bdd2d8ec14b9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8383250" cy="21678900"/>
          </a:xfrm>
          <a:prstGeom xmlns:a="http://schemas.openxmlformats.org/drawingml/2006/main"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2026-10-18T11:11:03Z</dcterms:created>
  <cp:lastModifiedBy>OfficeCLI</cp:lastModifiedBy>
  <dcterms:modified xsi:type="dcterms:W3CDTF">2026-10-18T11:11:03Z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2026-10-18T11:12:15Z</vt:lpwstr>
  </op:property>
</op:Properties>
</file>