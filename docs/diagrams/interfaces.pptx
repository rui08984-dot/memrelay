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2f68767d87a4479f" /><Relationship Type="http://schemas.openxmlformats.org/package/2006/relationships/metadata/core-properties" Target="/docProps/core.xml" Id="R0abf3bcccc1d4f1a" /><Relationship Type="http://schemas.openxmlformats.org/officeDocument/2006/relationships/extended-properties" Target="/docProps/app.xml" Id="Rec15cbe5d506431a" /><Relationship Type="http://schemas.openxmlformats.org/officeDocument/2006/relationships/custom-properties" Target="/docProps/custom.xml" Id="R522aa6821a804da0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28d7090d204b47e7"/>
  </p:sldIdLst>
  <p:sldSz cx="21145500" cy="118491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28d7090d204b47e7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1e49a79d394b6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3296210c4d490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de9aeaec09436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f88f1a81ba49c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ea33927b014bb1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97af87917d5d4f0e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4affaccc0047d6" /><Relationship Type="http://schemas.openxmlformats.org/officeDocument/2006/relationships/image" Target="/ppt/media/image.png" Id="Rc2849c9055a5435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0" name="Picture 1" descr="mermaid:---&#10;config:&#10;  theme: neutral&#10;  layout: elk&#10;---&#10;flowchart TB&#10;    subgraph ENT[&quot;三个入口 · 能力等价&quot;]&#10;        direction LR&#10;        CLI[&quot;CLI&lt;br/&gt;━━━━&lt;br/&gt;srelay &amp;lt;cmd&amp;gt;&lt;br/&gt;脚本与人工&quot;]&#10;        MCP[&quot;MCP serve&lt;br/&gt;━━━━&lt;br/&gt;14 个独立工具&lt;br/&gt;ZCode / Codex / Claude&quot;]&#10;        DSH[&quot;DSH 插件&lt;br/&gt;━━━━&lt;br/&gt;4 个合并工具&lt;br/&gt;+ 开场简报注入&quot;]&#10;    end&#10;&#10;    subgraph KER[&quot;同一个内核&quot;]&#10;        direction TB&#10;        K1[&quot;检索&lt;br/&gt;search-svc&quot;]&#10;        K2[&quot;采集&lt;br/&gt;capture&quot;]&#10;        K3[&quot;抽取&lt;br/&gt;core/extract&quot;]&#10;        K4[&quot;生命周期&lt;br/&gt;core/lifecycle&quot;]&#10;        K5[&quot;地图&lt;br/&gt;map&quot;]&#10;    end&#10;&#10;    subgraph DATA[&quot;存储&quot;]&#10;        direction LR&#10;        D1[(&quot;项目库&quot;)]&#10;        D2[(&quot;全局库&quot;)]&#10;    end&#10;&#10;    CLI --&gt; KER&#10;    MCP --&gt; KER&#10;    DSH --&gt; KER&#10;    KER --&gt; DATA&#10;&#10;    NOTE[&quot;合并 ≠ 砍能力&lt;br/&gt;━━━━&lt;br/&gt;DSH 的 search 一个入口吃 kind 参数&lt;br/&gt;覆盖原来 7 个工具的能力&lt;br/&gt;MCP 侧保持 14 个，不动&quot;]&#10;    DSH -.-&gt; NOTE&#10;&#10;    classDef ent fill:#2c5282,color:#bee3f8,stroke:#3182ce&#10;    classDef ker fill:#22543d,color:#c6f6d5,stroke:#2f855a&#10;    classDef data fill:#553c9a,color:#e9d8fd,stroke:#805ad5&#10;    classDef note fill:#744210,color:#fefcbf,stroke:#b7791f&#10;    class CLI,MCP,DSH ent&#10;    class K1,K2,K3,K4,K5 ker&#10;    class D1,D2 data&#10;    class NOTE not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849c9055a5435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21145500" cy="11849100"/>
          </a:xfrm>
          <a:prstGeom xmlns:a="http://schemas.openxmlformats.org/drawingml/2006/main" prst="rect">
            <a:avLst/>
          </a:prstGeom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等线"/>
        <a:cs typeface=""/>
      </a:majorFont>
      <a:minorFont>
        <a:latin typeface="Calibri"/>
        <a:ea typeface="等线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OfficeCLI/1.0.157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2026-10-18T11:11:54Z</dcterms:created>
  <cp:lastModifiedBy>OfficeCLI</cp:lastModifiedBy>
  <dcterms:modified xsi:type="dcterms:W3CDTF">2026-10-18T11:11:54Z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1.0.157</vt:lpwstr>
  </op:property>
  <op:property fmtid="{D5CDD505-2E9C-101B-9397-08002B2CF9AE}" pid="3" name="OfficeCLI.LastModified">
    <vt:lpwstr xmlns:vt="http://schemas.openxmlformats.org/officeDocument/2006/docPropsVTypes">2026-10-18T11:12:12Z</vt:lpwstr>
  </op:property>
</op:Properties>
</file>