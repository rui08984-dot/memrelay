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a1294bca7ca48f9" /><Relationship Type="http://schemas.openxmlformats.org/package/2006/relationships/metadata/core-properties" Target="/docProps/core.xml" Id="Rd471e43923184589" /><Relationship Type="http://schemas.openxmlformats.org/officeDocument/2006/relationships/extended-properties" Target="/docProps/app.xml" Id="R205fd3d0c2c04765" /><Relationship Type="http://schemas.openxmlformats.org/officeDocument/2006/relationships/custom-properties" Target="/docProps/custom.xml" Id="R57f0159e5bfd46c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1fe58ccc282414e"/>
  </p:sldIdLst>
  <p:sldSz cx="11734800" cy="286893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1fe58ccc282414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133b40f6a40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8dbcb68f8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056019bba42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4fa94325443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bb0992c254db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7cf275a9cc6414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070fdf1334afa" /><Relationship Type="http://schemas.openxmlformats.org/officeDocument/2006/relationships/image" Target="/ppt/media/image.png" Id="Rede166179cef43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TB&#10;    subgraph READ[&quot;① 健康 · 每 15 分钟 / 每小时&quot;]&#10;        direction LR&#10;        G[&quot;guard&lt;br/&gt;━━━━&lt;br/&gt;完整性体检&lt;br/&gt;内容连续性&lt;br/&gt;只看不改&quot;]&#10;        R[&quot;repair&lt;br/&gt;━━━━&lt;br/&gt;真损坏才动手&lt;br/&gt;改名留证 → 重放&lt;br/&gt;busy 一律不动&quot;]&#10;    end&#10;&#10;    subgraph INGEST[&quot;② 入仓 · 采集驱动&quot;]&#10;        direction LR&#10;        C[&quot;capture&lt;br/&gt;━━━━&lt;br/&gt;水位线跳过已处理&lt;br/&gt;墓碑挡复活&lt;br/&gt;ignore 规则&quot;]&#10;        E[&quot;extract&lt;br/&gt;━━━━&lt;br/&gt;decisions / topics&lt;br/&gt;files / unresolved&lt;br/&gt;按版本整体重算&quot;]&#10;    end&#10;&#10;    subgraph KNOW[&quot;③ 提炼 · 5 小时 / 1 小时&quot;]&#10;        direction LR&#10;        H[&quot;harvest&lt;br/&gt;━━━━&lt;br/&gt;旧会话 → 经验&lt;br/&gt;跨项目沉降&quot;]&#10;        CO[&quot;consolidate&lt;br/&gt;━━━━&lt;br/&gt;年龄衰减&lt;br/&gt;低分退休&lt;br/&gt;反复出现升格&quot;]&#10;    end&#10;&#10;    subgraph SPACE[&quot;④ 收敛 · 45 分钟 ~ 12 小时&quot;]&#10;        direction LR&#10;        CP[&quot;compact&lt;br/&gt;━━━━&lt;br/&gt;L0 精确去重&lt;br/&gt;L1b 近重复合并&quot;]&#10;        CL[&quot;cleanup&lt;br/&gt;━━━━&lt;br/&gt;派生列去噪&lt;br/&gt;FTS 空洞回收&quot;]&#10;        TG[&quot;tags&lt;br/&gt;━━━━&lt;br/&gt;标签图谱&lt;br/&gt;检索扩展用&quot;]&#10;    end&#10;&#10;    subgraph DESTR[&quot;⑤ 唯一会删正文的阶段&quot;]&#10;        AG[&quot;aging&lt;br/&gt;━━━━&lt;br/&gt;强度低于阈值才归档&lt;br/&gt;决策骨架保留、正文蒸发&lt;br/&gt;保护名单豁免&quot;]&#10;    end&#10;&#10;    OUT[&quot;distribute&lt;br/&gt;分发钩子&quot;]&#10;&#10;    READ --&gt; INGEST --&gt; KNOW --&gt; SPACE --&gt; DESTR --&gt; OUT&#10;    G -. &quot;只报不修&quot; .-&gt; R&#10;    C -. &quot;会话收尾后&quot; .-&gt; E&#10;    E -. &quot;决策骨架&quot; .-&gt; H&#10;&#10;    classDef safe fill:#22543d,color:#c6f6d5,stroke:#2f855a&#10;    classDef warm fill:#744210,color:#fefcbf,stroke:#b7791f&#10;    classDef danger fill:#742a2a,color:#fed7d7,stroke:#c53030&#10;    classDef out fill:#2c5282,color:#bee3f8,stroke:#3182ce&#10;    class G,R,C,E,H,CO,CP,CL,TG safe&#10;    class AG danger&#10;    class OUT o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166179cef435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1734800" cy="286893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2026-10-18T10:33:46Z</dcterms:created>
  <cp:lastModifiedBy>OfficeCLI</cp:lastModifiedBy>
  <dcterms:modified xsi:type="dcterms:W3CDTF">2026-10-18T10:33:46Z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2026-10-18T10:35:06Z</vt:lpwstr>
  </op:property>
</op:Properties>
</file>