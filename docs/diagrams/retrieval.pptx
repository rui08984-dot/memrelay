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febafa12f04724" /><Relationship Type="http://schemas.openxmlformats.org/package/2006/relationships/metadata/core-properties" Target="/docProps/core.xml" Id="R8088919d62cf4aaa" /><Relationship Type="http://schemas.openxmlformats.org/officeDocument/2006/relationships/extended-properties" Target="/docProps/app.xml" Id="R64c077fb70474f60" /><Relationship Type="http://schemas.openxmlformats.org/officeDocument/2006/relationships/custom-properties" Target="/docProps/custom.xml" Id="Ra6553433e3f4430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09f46dcf50f4a5f"/>
  </p:sldIdLst>
  <p:sldSz cx="21278850" cy="1034415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09f46dcf50f4a5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c3265583444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e7b7191514e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a4636db524b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9357bb92948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5d4e98bcf426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ef300042ced40d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b9864ab4c47ca" /><Relationship Type="http://schemas.openxmlformats.org/officeDocument/2006/relationships/image" Target="/ppt/media/image.png" Id="Rfae1af8529dd4f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LR&#10;    Q[&quot;查询&quot;] --&gt; T[&quot;分词&lt;br/&gt;jieba&quot;]&#10;&#10;    T --&gt; P1[&quot;主路&lt;br/&gt;FTS5 AND&lt;br/&gt;━━━━&lt;br/&gt;覆盖面窄、精确&quot;]&#10;    T --&gt; P2[&quot;同义扩展&lt;br/&gt;手写词族 + bigram&lt;br/&gt;━━━━&lt;br/&gt;只能往队尾补&quot;]&#10;    T --&gt; P3[&quot;子串&lt;br/&gt;LIKE&lt;br/&gt;━━━━&lt;br/&gt;短语查询时关闭&quot;]&#10;    T --&gt; P4[&quot;标签扩展&lt;br/&gt;图谱跳 1 跳&lt;br/&gt;━━━━&lt;br/&gt;专名命中率高&quot;]&#10;&#10;    P1 --&gt; F[&quot;融合&lt;br/&gt;━━━━&lt;br/&gt;归一化分数&lt;br/&gt;+ 长度惩罚&quot;]&#10;    P2 --&gt; F&#10;    P3 --&gt; F&#10;    P4 --&gt; F&#10;&#10;    F --&gt; OUT[&quot;top N&lt;br/&gt;━━━━&lt;br/&gt;hit@1  11.5%&lt;br/&gt;hit@10 45.6%&quot;]&#10;    OUT --&gt; GAP[&quot;落差 34 个百分点&lt;br/&gt;━━━━&lt;br/&gt;能找回来&lt;br/&gt;但排不对&quot;]&#10;&#10;    classDef q fill:#2d3748,color:#e2e8f0,stroke:#4a5568&#10;    classDef main fill:#22543d,color:#c6f6d5,stroke:#2f855a&#10;    classDef weak fill:#3d3d3d,color:#d0d0d0,stroke:#555&#10;    classDef f fill:#744210,color:#fefcbf,stroke:#b7791f&#10;    classDef gap fill:#742a2a,color:#fed7d7,stroke:#c53030&#10;    class Q q&#10;    class P1 main&#10;    class P2,P3,P4 weak&#10;    class F,OUT f&#10;    class GAP g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1af8529dd4f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21278850" cy="1034415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2026-10-18T10:34:18Z</dcterms:created>
  <cp:lastModifiedBy>OfficeCLI</cp:lastModifiedBy>
  <dcterms:modified xsi:type="dcterms:W3CDTF">2026-10-18T10:34:18Z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2026-10-18T10:34:34Z</vt:lpwstr>
  </op:property>
</op:Properties>
</file>