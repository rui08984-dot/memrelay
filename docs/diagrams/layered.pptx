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dc6b981df414876" /><Relationship Type="http://schemas.openxmlformats.org/package/2006/relationships/metadata/core-properties" Target="/docProps/core.xml" Id="R651dfaf940e64fa2" /><Relationship Type="http://schemas.openxmlformats.org/officeDocument/2006/relationships/extended-properties" Target="/docProps/app.xml" Id="R5a168d46f2d04872" /><Relationship Type="http://schemas.openxmlformats.org/officeDocument/2006/relationships/custom-properties" Target="/docProps/custom.xml" Id="Rf79d4994cf664d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a5a56fab8014da8"/>
  </p:sldIdLst>
  <p:sldSz cx="10972800" cy="3404235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a5a56fab8014da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fc73a14e841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f6412f7de48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c3aaea04a4c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3be094ee44b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01a709d9b431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2b9875eb3fe4bc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f5c98222d4868" /><Relationship Type="http://schemas.openxmlformats.org/officeDocument/2006/relationships/image" Target="/ppt/media/image.png" Id="R552ec1deb94d4d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dark&#10;  layout: elk&#10;---&#10;flowchart TD&#10;    subgraph SRC[&quot;5 个源 · 格式全不一样&quot;]&#10;        direction LR&#10;        S1[&quot;Claude Code&lt;br/&gt;JSONL&quot;]&#10;        S2[&quot;Codex&lt;br/&gt;JSONL&quot;]&#10;        S3[&quot;ZCode&lt;br/&gt;SQLite&quot;]&#10;        S4[&quot;DSH&lt;br/&gt;JSONL&quot;]&#10;        S5[&quot;Qoder&lt;br/&gt;JSONL&quot;]&#10;    end&#10;&#10;    subgraph ADP[&quot;适配器 · 格式差异只在这里被吃掉&quot;]&#10;        direction LR&#10;        A1[&quot;discover&lt;br/&gt;有哪些会话&quot;]&#10;        A2[&quot;readNew&lt;br/&gt;只取增量&quot;]&#10;        A3[&quot;rewrite&lt;br/&gt;识别整段重写&quot;]&#10;    end&#10;&#10;    subgraph PROJ[&quot;项目库 relay.sqlite&quot;]&#10;        direction TB&#10;        M[(&quot;消息原文&quot;)]&#10;        M --&gt; F[(&quot;FTS5 索引&quot;)]&#10;        M --&gt; EX[&quot;抽取&quot;]&#10;        EX --&gt; D[&quot;决策&quot;]&#10;        EX --&gt; T[&quot;话题&quot;]&#10;        EX --&gt; FM[&quot;涉及文件&quot;]&#10;        EX --&gt; U[&quot;未决问题&quot;]&#10;    end&#10;&#10;    subgraph GLOB[&quot;全局库 global.sqlite&quot;]&#10;        direction TB&#10;        L[&quot;经验库&lt;br/&gt;跨项目沉降&quot;]&#10;        LC[&quot;生命周期状态&quot;]&#10;        HE[&quot;健康事件&quot;]&#10;    end&#10;&#10;    subgraph INJ[&quot;注入层 · 没人开口也会发生&quot;]&#10;        direction LR&#10;        B[&quot;开场简报&lt;br/&gt;48h 窗口&quot;]&#10;        R[&quot;检索&quot;]&#10;        SE[&quot;经验注入&lt;br/&gt;保底 3 条&quot;]&#10;    end&#10;&#10;    SRC --&gt; ADP --&gt; PROJ&#10;    PROJ -. &quot;旧会话沉降成经验&quot; .-&gt; GLOB&#10;    GLOB -. 注入 .-&gt; INJ&#10;    PROJ --&gt; INJ&#10;&#10;    classDef src fill:#2d3748,color:#e2e8f0,stroke:#4a5568&#10;    classDef adp fill:#744210,color:#fefcbf,stroke:#b7791f&#10;    classDef proj fill:#22543d,color:#c6f6d5,stroke:#2f855a&#10;    classDef glob fill:#553c9a,color:#e9d8fd,stroke:#805ad5&#10;    classDef inj fill:#2c5282,color:#bee3f8,stroke:#3182ce&#10;    class S1,S2,S3,S4,S5 src&#10;    class A1,A2,A3 adp&#10;    class M,F,EX,D,T,FM,U proj&#10;    class L,LC,HE glob&#10;    class B,R,SE inj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ec1deb94d4da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0972800" cy="3404235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2026-10-18T10:33:04Z</dcterms:created>
  <cp:lastModifiedBy>OfficeCLI</cp:lastModifiedBy>
  <dcterms:modified xsi:type="dcterms:W3CDTF">2026-10-18T10:33:04Z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2026-10-18T10:34:27Z</vt:lpwstr>
  </op:property>
</op:Properties>
</file>