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be6e767f7f64b7c" /><Relationship Type="http://schemas.openxmlformats.org/package/2006/relationships/metadata/core-properties" Target="/docProps/core.xml" Id="R880cc83b69b64a4a" /><Relationship Type="http://schemas.openxmlformats.org/officeDocument/2006/relationships/extended-properties" Target="/docProps/app.xml" Id="R2539f9c9cf2e4ebc" /><Relationship Type="http://schemas.openxmlformats.org/officeDocument/2006/relationships/custom-properties" Target="/docProps/custom.xml" Id="R7c82fba986ce4f6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1d88982674d4c72"/>
  </p:sldIdLst>
  <p:sldSz cx="8763000" cy="287274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1d88982674d4c7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8edd9fe6647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932856a1847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e481da78d40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5369ecb7349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a09bcba3d4e1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5f0e250fb0a436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95757b2d4397" /><Relationship Type="http://schemas.openxmlformats.org/officeDocument/2006/relationships/image" Target="/ppt/media/image.png" Id="Ra0436fa4960343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 descr="mermaid:---&#10;config:&#10;  theme: neutral&#10;  layout: elk&#10;---&#10;flowchart TD&#10;    subgraph DISC[&quot;① 发现 · discover()&quot;]&#10;        direction LR&#10;        D1[&quot;列会话清单&lt;br/&gt;id / mtime / size / 指纹&quot;]&#10;        D2[&quot;哪些算「新」？&lt;br/&gt;不认修改时间，认内容签名&quot;]&#10;    end&#10;&#10;    subgraph FILT[&quot;② 三重过滤 —— 顺序不能换&quot;]&#10;        direction TB&#10;        F1[&quot;墓碑&lt;br/&gt;━━━━&lt;br/&gt;forget 过的 id&lt;br/&gt;挡住复活&quot;]&#10;        F2[&quot;ignore 规则&lt;br/&gt;━━━━&lt;br/&gt;子代理 / 空会话&lt;br/&gt;/ 指定模式&quot;]&#10;        F3[&quot;水位线&lt;br/&gt;━━━━&lt;br/&gt;内容签名没变&lt;br/&gt;整场跳过&quot;]&#10;    end&#10;&#10;    subgraph READ[&quot;③ 增量读 · readNew(游标)&quot;]&#10;        direction LR&#10;        R1[&quot;只取新增字节&quot;]&#10;        R2[&quot;整段重写？&lt;br/&gt;新内容进独立 seq 代际&quot;]&#10;    end&#10;&#10;    subgraph WRITE[&quot;④ 落库&quot;]&#10;        direction TB&#10;        W1[&quot;upsertMessage&lt;br/&gt;同 seq 才谈覆盖&quot;]&#10;        W2[(&quot;messages 表&quot;)]&#10;        W3[&quot;FTS5 触发器&lt;br/&gt;自动同步索引&quot;]&#10;        W1 --&gt; W2 --&gt; W3&#10;    end&#10;&#10;    subgraph EXTR[&quot;⑤ 收尾&quot;]&#10;        direction LR&#10;        E1[&quot;会话结束？&quot;]&#10;        E2[&quot;触发抽取&lt;br/&gt;（另一条可重算的路径）&quot;]&#10;        E1 --&gt; E2&#10;    end&#10;&#10;    DISC --&gt; FILT --&gt; READ --&gt; WRITE --&gt; EXTR&#10;    F1 -. &quot;挡下的不复活&quot; .-&gt; F2&#10;    F2 -. &quot;挡下的不采集&quot; .-&gt; F3&#10;&#10;    classDef disc fill:#2c5282,color:#bee3f8,stroke:#3182ce&#10;    classDef filt fill:#742a2a,color:#fed7d7,stroke:#c53030&#10;    classDef read fill:#744210,color:#fefcbf,stroke:#b7791f&#10;    classDef write fill:#22543d,color:#c6f6d5,stroke:#2f855a&#10;    classDef extr fill:#553c9a,color:#e9d8fd,stroke:#805ad5&#10;    class D1,D2 disc&#10;    class F1,F2,F3 filt&#10;    class R1,R2 read&#10;    class W1,W2,W3 write&#10;    class E1,E2 ext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36fa49603439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8763000" cy="287274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2026-10-18T11:10:37Z</dcterms:created>
  <cp:lastModifiedBy>OfficeCLI</cp:lastModifiedBy>
  <dcterms:modified xsi:type="dcterms:W3CDTF">2026-10-18T11:10:37Z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2026-10-18T11:11:51Z</vt:lpwstr>
  </op:property>
</op:Properties>
</file>